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Palli Sahayak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C16C"/>
                </a:solidFill>
              </a:defRPr>
            </a:pPr>
            <a:r>
              <a:t>Voice AI for Palliative Care | Making Healthcare Accessible to Every Indian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A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B4E3D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E2C22"/>
                </a:solidFill>
              </a:defRPr>
            </a:pPr>
            <a:r>
              <a:t>10M+ Indians need palliative care | 1% have access | Language barriers | 24/7 support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Palli Sahayak: India's First Voice AI Palliative Care Helpline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Multi-modal: WhatsApp, Phone, Web Voice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5 Indian languages: Hindi, Bengali, Tamil, Gujarati, English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3 Voice AI providers for redundancy &amp; coverage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RAG-powered medical knowledge base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Emergency detection &amp; human handoff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Medication reminders with voice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4114800" cy="5029200"/>
          </a:xfrm>
          <a:prstGeom prst="roundRect">
            <a:avLst/>
          </a:prstGeom>
          <a:solidFill>
            <a:srgbClr val="D4A57D"/>
          </a:solidFill>
          <a:ln w="381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4E3D"/>
                </a:solidFill>
              </a:defRPr>
            </a:pPr>
            <a:r>
              <a:t>🎬 LIVE DEMO</a:t>
            </a:r>
          </a:p>
          <a:p>
            <a:pPr>
              <a:spcBef>
                <a:spcPts val="2000"/>
              </a:spcBef>
              <a:defRPr sz="1600">
                <a:solidFill>
                  <a:srgbClr val="3E2C22"/>
                </a:solidFill>
              </a:defRPr>
            </a:pPr>
            <a:r>
              <a:t>1. Live voice call demo</a:t>
            </a:r>
            <a:br/>
            <a:r>
              <a:t>2. Hindi conversation</a:t>
            </a:r>
            <a:br/>
            <a:r>
              <a:t>3. Emergency escalation</a:t>
            </a:r>
            <a:br/>
            <a:r>
              <a:t>4. Medication reminder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91440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🎙️ Gemini Live</a:t>
            </a:r>
            <a:br/>
            <a:r>
              <a:t>(Web Voice)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914400"/>
          </a:xfrm>
          <a:prstGeom prst="roundRect">
            <a:avLst/>
          </a:prstGeom>
          <a:solidFill>
            <a:srgbClr val="87CEEB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📞 Bolna.ai</a:t>
            </a:r>
            <a:br/>
            <a:r>
              <a:t>(Phone Calls)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00400" cy="914400"/>
          </a:xfrm>
          <a:prstGeom prst="roundRect">
            <a:avLst/>
          </a:prstGeom>
          <a:solidFill>
            <a:srgbClr val="DDA0DD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📱 Retell + Vobiz</a:t>
            </a:r>
            <a:br/>
            <a:r>
              <a:t>(PSTN +91)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43200"/>
            <a:ext cx="3200400" cy="731520"/>
          </a:xfrm>
          <a:prstGeom prst="roundRect">
            <a:avLst/>
          </a:prstGeom>
          <a:solidFill>
            <a:srgbClr val="F5C16C"/>
          </a:solidFill>
          <a:ln w="381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E2C22"/>
                </a:solidFill>
              </a:defRPr>
            </a:pPr>
            <a:r>
              <a:t>🔀 Voice Router + Safety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840480"/>
            <a:ext cx="7589520" cy="1097280"/>
          </a:xfrm>
          <a:prstGeom prst="roundRect">
            <a:avLst/>
          </a:prstGeom>
          <a:solidFill>
            <a:srgbClr val="F0E68C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9776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E2C22"/>
                </a:solidFill>
              </a:defRPr>
            </a:pPr>
            <a:r>
              <a:t>🏥 RAG Pipeline + Knowledge Graph + Longitudinal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📚 Medical Corpus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521208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5349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🧠 Knowledge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521208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5349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💊 Patient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Safety-First AI: 5 Production-Grade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🚨 Emergency Detection: Auto-escalation in 5 languages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🔬 Evidence Badges: Confidence scores on every response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📏 Smart Responses: Length-optimized for comprehension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👤 Human Handoff: One-click transfer to caregivers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💊 Voice Reminders: Automated medication call-backs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4114800" cy="5029200"/>
          </a:xfrm>
          <a:prstGeom prst="roundRect">
            <a:avLst/>
          </a:prstGeom>
          <a:solidFill>
            <a:srgbClr val="D4A57D"/>
          </a:solidFill>
          <a:ln w="381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4E3D"/>
                </a:solidFill>
              </a:defRPr>
            </a:pPr>
            <a:r>
              <a:t>🎬 LIVE DEMO</a:t>
            </a:r>
          </a:p>
          <a:p>
            <a:pPr>
              <a:spcBef>
                <a:spcPts val="2000"/>
              </a:spcBef>
              <a:defRPr sz="1600">
                <a:solidFill>
                  <a:srgbClr val="3E2C22"/>
                </a:solidFill>
              </a:defRPr>
            </a:pPr>
            <a:r>
              <a:t>● Emergency keyword detection</a:t>
            </a:r>
            <a:br/>
            <a:r>
              <a:t>● Voice call reminder</a:t>
            </a:r>
            <a:br/>
            <a:r>
              <a:t>● Patient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Voice AI Router: Best of Breed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🎙️ Gemini Live: Web-native voice, real-time streaming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📞 Bolna.ai: Phone calls, Indian accent TTS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📱 Retell + Vobiz: PSTN connectivity, +91 numbers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🔄 Smart routing: Automatic failover between providers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🛡️ Unified safety layer across all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Impact &amp;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182880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E3D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Indian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hi, bn, ta, gu, 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572000" cy="182880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E3D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Voice AI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Gemini, Bolna, Retell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4572000" cy="182880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E3D"/>
                </a:solidFill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Always-on helpline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4572000" cy="182880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B4E3D"/>
                </a:solidFill>
              </a:defRPr>
            </a:pPr>
            <a:r>
              <a:t>&lt;2s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Response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E2C22"/>
                </a:solidFill>
              </a:defRPr>
            </a:pPr>
            <a:r>
              <a:t>Real-time voice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Live Demo: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Patient calls via phone or WhatsApp voice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AI detects language automatically (Hindi)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Patient: 'माँ को दर्द है, क्या करूं?'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AI queries RAG + Knowledge Graph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Voice response with evidence badge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Emergency keywords trigger instant escalation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4114800" cy="5029200"/>
          </a:xfrm>
          <a:prstGeom prst="roundRect">
            <a:avLst/>
          </a:prstGeom>
          <a:solidFill>
            <a:srgbClr val="D4A57D"/>
          </a:solidFill>
          <a:ln w="381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B4E3D"/>
                </a:solidFill>
              </a:defRPr>
            </a:pPr>
            <a:r>
              <a:t>🎬 LIVE DEMO</a:t>
            </a:r>
          </a:p>
          <a:p>
            <a:pPr>
              <a:spcBef>
                <a:spcPts val="2000"/>
              </a:spcBef>
              <a:defRPr sz="1600">
                <a:solidFill>
                  <a:srgbClr val="3E2C22"/>
                </a:solidFill>
              </a:defRPr>
            </a:pPr>
            <a:r>
              <a:t>⏯️ Starting live demo...</a:t>
            </a:r>
            <a:br/>
            <a:br/>
            <a:r>
              <a:t>📞 Call initiated</a:t>
            </a:r>
            <a:br/>
            <a:r>
              <a:t>🗣️ Hindi voice input</a:t>
            </a:r>
            <a:br/>
            <a:r>
              <a:t>🔍 Knowledge retrieval</a:t>
            </a:r>
            <a:br/>
            <a:r>
              <a:t>📢 Voice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A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B4E3D"/>
                </a:solidFill>
              </a:defRPr>
            </a:pPr>
            <a:r>
              <a:t>Democratizing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E2C22"/>
                </a:solidFill>
              </a:defRPr>
            </a:pPr>
            <a:r>
              <a:t>No smartphone needed | Works on ₹500 feature phones | Speak in your language | Available at 2 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Roadmap: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🏥 FHIR integration with hospital EHRs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📊 Predictive analytics for crisis prevention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👨‍⚕️ Caregiver coordination platform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🎓 Training module for community health workers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🌐 Expansion: Kannada, Malayalam, Telugu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🤝 Partnerships with 100+ hospice centers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Team &amp;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Built with ❤️ for India's palliative care community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Open source: github.com/inventcures/rag_gci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Powered by: Groq, Google Gemini, Deepgram, ElevenLabs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Inspired by: WHO Palliative Care Guidelines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Supported by: Medical advisors from AIIMS, Tata Memorial</a:t>
            </a:r>
          </a:p>
          <a:p>
            <a:pPr>
              <a:spcAft>
                <a:spcPts val="1600"/>
              </a:spcAft>
              <a:defRPr sz="2000">
                <a:solidFill>
                  <a:srgbClr val="3E2C22"/>
                </a:solidFill>
              </a:defRPr>
            </a:pPr>
            <a:r>
              <a:t>●  DeepWiki: deepwiki.com/inventcures/rag_gci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धन्यवाद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C16C"/>
                </a:solidFill>
              </a:defRPr>
            </a:pPr>
            <a:r>
              <a:t>Palli Sahayak - Your Companion in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